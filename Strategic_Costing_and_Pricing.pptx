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6256000" cy="9144000"/>
  <p:notesSz cx="6858000" cy="9144000"/>
  <p:defaultTextStyle>
    <a:defPPr>
      <a:defRPr lang="es-VE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B7FD79-C45B-4548-B68A-5E1D62F07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407716-DCF6-4657-B3B5-BE83CBE12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689F4-4C84-4DE1-83EF-E1FD61F34A0A}" type="datetimeFigureOut">
              <a:rPr lang="es-VE" smtClean="0"/>
              <a:t>30/7/2026</a:t>
            </a:fld>
            <a:endParaRPr lang="es-V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8039FF9-DD96-40D7-ACB8-B4ABB2AE1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V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5C3D307-E41A-463C-B4A6-252B42CD8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F183C-C2AE-47CA-8FE3-911941E2F693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805603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91D8BA1-6488-4846-A6B3-B83ADC495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V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90D1890-8842-490A-AD99-EA3BABA08E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V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1A1B827-2967-4C4A-B770-833553BE50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76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B689F4-4C84-4DE1-83EF-E1FD61F34A0A}" type="datetimeFigureOut">
              <a:rPr lang="es-VE" smtClean="0"/>
              <a:t>30/7/2026</a:t>
            </a:fld>
            <a:endParaRPr lang="es-V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C665B8A-6856-4864-A96B-8415CB67E5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84800" y="8475134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V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ACEA80D-16D3-4C20-8CCB-2356833CF4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08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0F183C-C2AE-47CA-8FE3-911941E2F693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797420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V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A7EB85CE-8E5E-4B3F-B21E-A24D0FF8D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23BED09-5A77-4189-A4C4-1BF829C9BAC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04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9E81AD69-C267-44C8-B2D6-6A8C3C743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644BAFB-CC61-4909-A8A0-711BB295DF9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720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C72FE62F-1E12-452E-93C4-0380EE8B9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F5C7F27-41D5-4DC7-8C4B-DE0C9055A4B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42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C0049219-30E5-4891-B205-10128FC84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306F148-0146-4AFB-B542-46873459B08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855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686F8A62-E5B7-4F1B-AB81-15F8D0852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8EC6327-C2D0-4718-B259-E0152E485FF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095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A685AA56-33AD-4A96-9929-2895DEE2E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30CF37D-7AB6-4B3D-97FD-BCC2710BB41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678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E6AD9FF1-B201-48FC-BF2E-9F5B1259A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83511CA-1D13-4926-BAF7-F7D1C303C91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30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AAF723AB-EEA9-4232-B4B4-77088F37D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E26F02C-2C2F-458C-8415-33F396F98BC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688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A54DD323-8348-4061-81EF-2BB628EBB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EF84C6C-2844-45B7-9468-15A70212726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959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92DCA4A1-A1F4-4FE1-B87B-15EE12A69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AA97D86-8A44-4673-8D9E-BBE908C5B93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3074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FF0E9DF8-5E99-484D-9CB7-8B103605B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F630129-6A55-47E5-B755-4B2DA83E2CD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68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 hidden="1">
            <a:extLst>
              <a:ext uri="{FF2B5EF4-FFF2-40B4-BE49-F238E27FC236}">
                <a16:creationId xmlns:a16="http://schemas.microsoft.com/office/drawing/2014/main" id="{4D42BB13-4A67-4FE6-8645-590B324F8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VE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AD3F058-75AB-4837-B861-B64BA28FC48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52159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Personalizado</PresentationFormat>
  <Paragraphs>0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Polsystem</dc:creator>
  <cp:lastModifiedBy>Polsystem</cp:lastModifiedBy>
  <cp:revision>1</cp:revision>
  <dcterms:created xsi:type="dcterms:W3CDTF">2026-07-30T16:19:16Z</dcterms:created>
  <dcterms:modified xsi:type="dcterms:W3CDTF">2026-07-30T16:19:17Z</dcterms:modified>
</cp:coreProperties>
</file>