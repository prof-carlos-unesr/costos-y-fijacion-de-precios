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6256000" cy="9144000"/>
  <p:notesSz cx="6858000" cy="9144000"/>
  <p:defaultTextStyle>
    <a:defPPr>
      <a:defRPr lang="es-VE"/>
    </a:defPPr>
    <a:lvl1pPr marL="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9F1DB4-C55C-436C-81F7-A2448E771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519FB0E-BB29-45B6-940C-5B5C16859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C0D66-10A7-4722-8526-094CF853F1DB}" type="datetimeFigureOut">
              <a:rPr lang="es-VE" smtClean="0"/>
              <a:t>1/8/2026</a:t>
            </a:fld>
            <a:endParaRPr lang="es-V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BB2F49B-00C1-4C86-847C-B0D189A73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F27E8E6-23FC-49AD-A4CF-80EEAD9C9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4FDC0-2D65-4A19-A3A0-FF73AD338A49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301643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FEDB867-0BD0-49A8-94F9-D9780D9B0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486834"/>
            <a:ext cx="140208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8A04370-F9FF-4CBF-910E-BB581C918D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7600" y="2434167"/>
            <a:ext cx="140208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B51B315-9780-4CEF-8B85-949DB33AF8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7600" y="8475134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BC0D66-10A7-4722-8526-094CF853F1DB}" type="datetimeFigureOut">
              <a:rPr lang="es-VE" smtClean="0"/>
              <a:t>1/8/2026</a:t>
            </a:fld>
            <a:endParaRPr lang="es-V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0F9270-D5F9-4AE9-9F7B-8A18025C26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84800" y="8475134"/>
            <a:ext cx="5486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V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108B93F-1CF9-4DB0-8587-99CFF91BE0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0800" y="8475134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04FDC0-2D65-4A19-A3A0-FF73AD338A49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830399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VE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 hidden="1">
            <a:extLst>
              <a:ext uri="{FF2B5EF4-FFF2-40B4-BE49-F238E27FC236}">
                <a16:creationId xmlns:a16="http://schemas.microsoft.com/office/drawing/2014/main" id="{1A859DB4-9F97-4953-939C-A9C8627AE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VE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CCB813C-56FC-4845-9C3D-5F9CB40CB8A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531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 hidden="1">
            <a:extLst>
              <a:ext uri="{FF2B5EF4-FFF2-40B4-BE49-F238E27FC236}">
                <a16:creationId xmlns:a16="http://schemas.microsoft.com/office/drawing/2014/main" id="{77AFCAC2-968D-40D3-9606-BA7AB96A9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VE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2E6BB72-7DDC-429D-9419-9C6CCC53809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533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 hidden="1">
            <a:extLst>
              <a:ext uri="{FF2B5EF4-FFF2-40B4-BE49-F238E27FC236}">
                <a16:creationId xmlns:a16="http://schemas.microsoft.com/office/drawing/2014/main" id="{5DC73C84-881C-4664-AF0B-D10034DFF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VE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88053A6-9D95-4CBD-A13F-4F229CDA759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811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 hidden="1">
            <a:extLst>
              <a:ext uri="{FF2B5EF4-FFF2-40B4-BE49-F238E27FC236}">
                <a16:creationId xmlns:a16="http://schemas.microsoft.com/office/drawing/2014/main" id="{5B8676A2-E9E0-4634-9938-6E0D74773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VE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6905F72-A3E9-48EE-AD42-B70D149B193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216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 hidden="1">
            <a:extLst>
              <a:ext uri="{FF2B5EF4-FFF2-40B4-BE49-F238E27FC236}">
                <a16:creationId xmlns:a16="http://schemas.microsoft.com/office/drawing/2014/main" id="{7F961E54-C693-401B-8724-FBC6CC1A2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VE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B8F4803-F039-4469-97D7-39C88F336A7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208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 hidden="1">
            <a:extLst>
              <a:ext uri="{FF2B5EF4-FFF2-40B4-BE49-F238E27FC236}">
                <a16:creationId xmlns:a16="http://schemas.microsoft.com/office/drawing/2014/main" id="{40EF63C7-F13D-4832-BADA-1D17EEAA3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VE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C8C328C-A633-4D37-A1C9-4A715DB29B1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363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 hidden="1">
            <a:extLst>
              <a:ext uri="{FF2B5EF4-FFF2-40B4-BE49-F238E27FC236}">
                <a16:creationId xmlns:a16="http://schemas.microsoft.com/office/drawing/2014/main" id="{7B2963F3-A4C9-42BB-8CE0-EFB241DD9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VE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BE786BC-FADE-40B3-B75B-1B7B52A7633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9555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 hidden="1">
            <a:extLst>
              <a:ext uri="{FF2B5EF4-FFF2-40B4-BE49-F238E27FC236}">
                <a16:creationId xmlns:a16="http://schemas.microsoft.com/office/drawing/2014/main" id="{995B7410-DE49-401C-AF77-7762EDA67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VE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C45601B-DFFA-4ED9-BFBB-72C12689A73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131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 hidden="1">
            <a:extLst>
              <a:ext uri="{FF2B5EF4-FFF2-40B4-BE49-F238E27FC236}">
                <a16:creationId xmlns:a16="http://schemas.microsoft.com/office/drawing/2014/main" id="{E33799C0-A8CE-4A43-BE87-C64716B7E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VE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DD3D51B-5216-44F3-BB24-994D0B2A74B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4002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 hidden="1">
            <a:extLst>
              <a:ext uri="{FF2B5EF4-FFF2-40B4-BE49-F238E27FC236}">
                <a16:creationId xmlns:a16="http://schemas.microsoft.com/office/drawing/2014/main" id="{4C32B6FE-4705-463A-9E27-A8EDF4433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VE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B20DA87-6948-4C61-B3F2-56EFFF08EA8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8382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 hidden="1">
            <a:extLst>
              <a:ext uri="{FF2B5EF4-FFF2-40B4-BE49-F238E27FC236}">
                <a16:creationId xmlns:a16="http://schemas.microsoft.com/office/drawing/2014/main" id="{9109D010-1CFF-4E81-A047-B8241AB97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VE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AA311A7-BB28-4C11-8457-0F1F7C40E02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9132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 hidden="1">
            <a:extLst>
              <a:ext uri="{FF2B5EF4-FFF2-40B4-BE49-F238E27FC236}">
                <a16:creationId xmlns:a16="http://schemas.microsoft.com/office/drawing/2014/main" id="{84674E84-A439-4C93-81E3-34960ACCF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VE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177DA9B-43B5-406A-9BC8-EC73EFF1D28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35892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Personalizado</PresentationFormat>
  <Paragraphs>0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Polsystem</dc:creator>
  <cp:lastModifiedBy>Polsystem</cp:lastModifiedBy>
  <cp:revision>1</cp:revision>
  <dcterms:created xsi:type="dcterms:W3CDTF">2026-08-01T05:56:48Z</dcterms:created>
  <dcterms:modified xsi:type="dcterms:W3CDTF">2026-08-01T05:56:48Z</dcterms:modified>
</cp:coreProperties>
</file>